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62" r:id="rId5"/>
    <p:sldId id="258" r:id="rId6"/>
    <p:sldId id="259" r:id="rId7"/>
    <p:sldId id="261" r:id="rId8"/>
    <p:sldId id="263" r:id="rId9"/>
    <p:sldId id="266" r:id="rId10"/>
    <p:sldId id="267" r:id="rId11"/>
    <p:sldId id="268" r:id="rId12"/>
    <p:sldId id="269" r:id="rId13"/>
    <p:sldId id="270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D112-F8AF-F8FA-68EA-4322E13F7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F2EE86-FC80-7A8F-A15D-D32275154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EB323-F7EA-2A2A-EA4B-E476700B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7BD45-AEA4-C479-8323-27D6C070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04CD-89F5-78EB-AE46-A5507195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56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70450-0B4D-0B45-6B85-44296519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8D48-52A8-53D3-D9A0-2DA44C959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90B82-7ED0-292A-69A2-6F37C467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2F6F2-81D7-5837-D33B-23B910AE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9BA70-3802-E43D-FA9F-F894F659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09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927C-59A0-3A3A-F90A-9A626C27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08DB3-D39B-297E-108C-E5FD17C21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464C2-CD49-A824-4AF6-8921A372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C510-F516-39AB-DB56-2D7DC6A8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6408C-2A3B-F281-4F65-8D2EA94E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07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237E-B9D3-AC50-E8C5-10B8BA9ED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83C79-D1FC-3947-C8C0-53B8EA880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1572F-966B-E889-399F-1B3E837E2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1A7CE-C035-8A26-9D9F-E3C9DDFD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A9F77-5B05-C333-3196-025C340A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8C0F0-F1C1-76EB-33D5-63F49C4D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89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CDFA-495E-987A-66CB-7A1C9E39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BBC62-A2DB-A4EB-216A-D30005D13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66E8D-7B63-7AC3-2284-6C372A735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678A6-DCBF-C4C1-EDEF-377B04F8E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51A8C-58E7-5A6F-A566-F41B3A6CC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600A9-8354-1336-5028-3B17D4AF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263260-087F-960A-50C0-B4D6695B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C0E88-0D20-2B94-4A31-EA994358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84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C9DB-5682-158B-9FD7-52610F07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9FAF5-D510-F2F9-D0AE-10959A36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1A97C-75DC-3814-1CD0-70B13F87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D8733-1296-4421-BEDB-770514D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40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55398-C0A4-BCBB-452A-E0E9A0377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83224-8833-47BE-139E-BBBE7A9DF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852FA-3382-7D8C-17B1-C3E16672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66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8908-1429-CF5E-AB67-90599B495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0824-5CCF-EBA5-BF5C-C3D8A50D7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06AD0-00A6-6530-ED93-11A827BCD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734CC-66DF-33FC-0A83-69DE8A77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86131-EE7A-A14D-E6B7-19508CA57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CE095-4AFE-E1A9-3E93-F0979321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37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CFCC-1680-2627-9C81-EC95CC4A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E863EE-7D7C-64DB-3AED-E5CFD454B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1BE81-8D86-B7F2-BFFA-D6844EAAF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73455-E6B3-236A-C927-AC332189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8DB36-6FE0-9408-B2F3-C30FF9689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21F66-C301-FCF1-565E-F0C56115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7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0BED-7C86-1A87-BE71-E083EF2B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7DDCB-FCC1-4947-D1BA-9DDBD3F13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4BFFE-E5D6-1AE3-B296-022929C9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404F5-0321-E0E6-FD4D-27469B54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C7185-02D6-447C-CFA4-A6D29BD8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198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5EA91-4951-AB7B-716F-546CD8518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3C2C2-3BEE-2A39-D42D-BB1CB7A52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D2D9C-D653-718B-5246-E234D3D65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3665-CB87-71D5-D6CC-AAE2839A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9738D-83D4-3CE6-9F72-E1D9DF631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0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38A8FB-C92D-0983-058A-49BD90AB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174A3-97E0-368C-6C90-F7271513C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0EFB4-9787-5439-7B36-56ED7D7DF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9CDE3-7C87-4953-9B0C-99E5D67ED63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71988-17F0-6330-4C42-247D8DD2E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B5C59-34CE-06D9-01F4-EB80B12CA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D2828-0DA7-4B6F-A444-4128D1EBE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14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353D-12D6-46FA-4CBD-5882266735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7CB9E-EC8B-9B05-CAA9-8572A53FAF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598C3-6A37-E09E-9441-0B7F88027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0" y="0"/>
            <a:ext cx="12154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82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CC7036-D206-2823-E58A-553127927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38"/>
            <a:ext cx="12192000" cy="675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6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83C9C-7420-5E4C-4E72-4172B1A99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17" y="0"/>
            <a:ext cx="11840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55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C4D5-D7FE-2E1A-4E31-55C23351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59"/>
            <a:ext cx="10515600" cy="59347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  <a:latin typeface="+mn-lt"/>
              </a:rPr>
              <a:t>Entity Relationship Diagram(ERD)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2F67B-7394-B360-5332-25C97B6AB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8" y="678730"/>
            <a:ext cx="11745964" cy="609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35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DABC2-50A3-97D1-556E-C6614E9E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39"/>
            <a:ext cx="12192000" cy="68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0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89EBC2-A158-BA0F-4D44-1C45EB8FD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37"/>
            <a:ext cx="12192000" cy="643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7CD88-F16A-D81D-5586-0B07FDDFB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3" y="0"/>
            <a:ext cx="12156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42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4D703D-8853-DEAB-720F-BF4CB2539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" y="0"/>
            <a:ext cx="12168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7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E7E6B-F0B9-0D8B-691F-13AB75A0E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4" y="0"/>
            <a:ext cx="11895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28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FAF19-98F9-8755-A037-C4ED63083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" y="9832"/>
            <a:ext cx="12179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0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DCAA52-A985-97AF-3CA5-416FD9A15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1" y="0"/>
            <a:ext cx="12134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92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AA8C21-6857-DF30-8F6B-40A43F9B8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29"/>
            <a:ext cx="12192000" cy="682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89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725460-64FF-680B-96C9-F982B9FF9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" y="0"/>
            <a:ext cx="1218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5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F42DD7-CAAA-D8DC-ECD2-0214DC230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15"/>
            <a:ext cx="12192000" cy="678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1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</Words>
  <Application>Microsoft Office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Entity Relationship Diagram(ERD)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Thulasi Kumar</dc:creator>
  <cp:lastModifiedBy>Karthik Nalla</cp:lastModifiedBy>
  <cp:revision>4</cp:revision>
  <dcterms:created xsi:type="dcterms:W3CDTF">2026-02-26T14:48:58Z</dcterms:created>
  <dcterms:modified xsi:type="dcterms:W3CDTF">2026-02-27T18:21:51Z</dcterms:modified>
</cp:coreProperties>
</file>